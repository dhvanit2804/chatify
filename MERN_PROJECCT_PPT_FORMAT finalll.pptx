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71" r:id="rId7"/>
    <p:sldId id="272" r:id="rId8"/>
    <p:sldId id="260" r:id="rId9"/>
    <p:sldId id="261" r:id="rId10"/>
    <p:sldId id="273" r:id="rId11"/>
    <p:sldId id="274" r:id="rId12"/>
    <p:sldId id="262" r:id="rId13"/>
    <p:sldId id="263" r:id="rId14"/>
    <p:sldId id="275" r:id="rId15"/>
    <p:sldId id="264" r:id="rId16"/>
    <p:sldId id="276" r:id="rId17"/>
    <p:sldId id="277" r:id="rId18"/>
    <p:sldId id="265" r:id="rId19"/>
    <p:sldId id="266" r:id="rId20"/>
    <p:sldId id="267" r:id="rId21"/>
    <p:sldId id="278" r:id="rId22"/>
    <p:sldId id="268" r:id="rId23"/>
    <p:sldId id="269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60" autoAdjust="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/>
              <a:t>CHATIFY Using MERN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				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r">
              <a:buNone/>
            </a:pPr>
            <a:r>
              <a:rPr dirty="0"/>
              <a:t>MCA Semester-II Project</a:t>
            </a:r>
          </a:p>
          <a:p>
            <a:pPr marL="0" indent="0" algn="r">
              <a:buNone/>
            </a:pPr>
            <a:r>
              <a:rPr dirty="0"/>
              <a:t>R.B. Institute of Management Studies (RBIMS)</a:t>
            </a:r>
          </a:p>
          <a:p>
            <a:pPr marL="0" indent="0" algn="r">
              <a:buNone/>
            </a:pPr>
            <a:r>
              <a:rPr dirty="0"/>
              <a:t>Guide: Pro. </a:t>
            </a:r>
            <a:r>
              <a:rPr dirty="0" err="1"/>
              <a:t>Himani</a:t>
            </a:r>
            <a:r>
              <a:rPr dirty="0"/>
              <a:t> </a:t>
            </a:r>
            <a:r>
              <a:rPr dirty="0" err="1"/>
              <a:t>Khodifad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4A8AC3-3057-6198-CA77-3C7BFB88A0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89" t="20657" r="20667" b="19255"/>
          <a:stretch>
            <a:fillRect/>
          </a:stretch>
        </p:blipFill>
        <p:spPr>
          <a:xfrm>
            <a:off x="3560064" y="1600200"/>
            <a:ext cx="1932432" cy="1917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INTRO IN SHORT </a:t>
            </a:r>
          </a:p>
          <a:p>
            <a:pPr marL="0" indent="0">
              <a:buNone/>
            </a:pPr>
            <a:endParaRPr lang="en-US" sz="3000" dirty="0"/>
          </a:p>
          <a:p>
            <a:pPr marL="0" indent="0" algn="just">
              <a:buNone/>
            </a:pPr>
            <a:r>
              <a:rPr lang="en-US" sz="3000" dirty="0"/>
              <a:t>The Real-Time Chat Application is a web-based communication platform developed using the MERN Stack. It enables users to communicate instantly through secure messaging. The system supports user authentication, profile management, and real-time message exchange using Socket.IO technology.</a:t>
            </a:r>
            <a:endParaRPr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dirty="0"/>
              <a:t>FACED DURING PEOJECT DEVELOPMENT</a:t>
            </a:r>
          </a:p>
          <a:p>
            <a:pPr marL="0" indent="0">
              <a:buNone/>
            </a:pPr>
            <a:endParaRPr lang="en-US" sz="2800" dirty="0"/>
          </a:p>
          <a:p>
            <a:pPr marL="0" indent="0" algn="just">
              <a:buNone/>
            </a:pPr>
            <a:r>
              <a:rPr lang="en-US" sz="3000" dirty="0"/>
              <a:t>Traditional messaging systems often face issues such as delayed communication, lack of real-time updates. The objective of this project is to develop a secure, efficient, and scalable chat application that provides instant communication and a better user experience.</a:t>
            </a:r>
            <a:endParaRPr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30B5428-EAEA-51EE-E2DC-13679E8CB9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4552" y="1417638"/>
            <a:ext cx="7554891" cy="424617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8006B34-E813-F56A-0FDC-6B32C2E9BBE1}"/>
              </a:ext>
            </a:extLst>
          </p:cNvPr>
          <p:cNvSpPr txBox="1"/>
          <p:nvPr/>
        </p:nvSpPr>
        <p:spPr>
          <a:xfrm>
            <a:off x="3295142" y="5883330"/>
            <a:ext cx="2758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SIGN UP PAGE - CHATIFY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1F05B-25A0-7F41-E89B-F04A6891B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C39AF-D9A8-AB0C-946C-B3529D06C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149949B-B335-9B1F-60FE-F7C8CFD9C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52" y="1417638"/>
            <a:ext cx="7554891" cy="424618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7D5BC3D-70D0-7B8E-8D60-0856F3218806}"/>
              </a:ext>
            </a:extLst>
          </p:cNvPr>
          <p:cNvSpPr txBox="1"/>
          <p:nvPr/>
        </p:nvSpPr>
        <p:spPr>
          <a:xfrm>
            <a:off x="3295142" y="5883330"/>
            <a:ext cx="2553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LOGIN PAGE - CHATIFY</a:t>
            </a:r>
          </a:p>
        </p:txBody>
      </p:sp>
    </p:spTree>
    <p:extLst>
      <p:ext uri="{BB962C8B-B14F-4D97-AF65-F5344CB8AC3E}">
        <p14:creationId xmlns:p14="http://schemas.microsoft.com/office/powerpoint/2010/main" val="2473840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69941-42EB-BFEF-C30C-98C520747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A483-E663-A1B5-398F-FCBE5396B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A0E2E69-AFEF-C835-B270-5FCA6AE895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4552" y="1417638"/>
            <a:ext cx="7554891" cy="424617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C98DE36-6221-4FE7-6A50-66107E33EE03}"/>
              </a:ext>
            </a:extLst>
          </p:cNvPr>
          <p:cNvSpPr txBox="1"/>
          <p:nvPr/>
        </p:nvSpPr>
        <p:spPr>
          <a:xfrm>
            <a:off x="3295142" y="5883330"/>
            <a:ext cx="2559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HOME PAGE - CHATIFY</a:t>
            </a:r>
          </a:p>
        </p:txBody>
      </p:sp>
    </p:spTree>
    <p:extLst>
      <p:ext uri="{BB962C8B-B14F-4D97-AF65-F5344CB8AC3E}">
        <p14:creationId xmlns:p14="http://schemas.microsoft.com/office/powerpoint/2010/main" val="3367354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DB9CC-2AB0-6204-B00B-2430644A5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C6321-9626-DA29-1999-0A3BA83D3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7967832-5635-4593-EF82-0CA408F60F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4552" y="1417638"/>
            <a:ext cx="7554891" cy="424617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6086619-9D04-E86E-5428-F1CA829D0E91}"/>
              </a:ext>
            </a:extLst>
          </p:cNvPr>
          <p:cNvSpPr txBox="1"/>
          <p:nvPr/>
        </p:nvSpPr>
        <p:spPr>
          <a:xfrm>
            <a:off x="3295142" y="5883330"/>
            <a:ext cx="2435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CHAT PAGE - CHATIFY</a:t>
            </a:r>
          </a:p>
        </p:txBody>
      </p:sp>
    </p:spTree>
    <p:extLst>
      <p:ext uri="{BB962C8B-B14F-4D97-AF65-F5344CB8AC3E}">
        <p14:creationId xmlns:p14="http://schemas.microsoft.com/office/powerpoint/2010/main" val="521911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5735"/>
            <a:ext cx="8229600" cy="5410200"/>
          </a:xfrm>
        </p:spPr>
        <p:txBody>
          <a:bodyPr>
            <a:noAutofit/>
          </a:bodyPr>
          <a:lstStyle/>
          <a:p>
            <a:r>
              <a:rPr lang="en-IN" sz="1800" b="1" dirty="0"/>
              <a:t>Frontend</a:t>
            </a:r>
          </a:p>
          <a:p>
            <a:r>
              <a:rPr lang="en-IN" sz="1800" dirty="0"/>
              <a:t>React.js – Backend Framework</a:t>
            </a:r>
          </a:p>
          <a:p>
            <a:r>
              <a:rPr lang="en-IN" sz="1800" dirty="0"/>
              <a:t>HTML5 </a:t>
            </a:r>
          </a:p>
          <a:p>
            <a:r>
              <a:rPr lang="en-IN" sz="1800" dirty="0"/>
              <a:t>CSS3 </a:t>
            </a:r>
          </a:p>
          <a:p>
            <a:r>
              <a:rPr lang="en-IN" sz="1800" dirty="0"/>
              <a:t>JavaScript </a:t>
            </a:r>
          </a:p>
          <a:p>
            <a:r>
              <a:rPr lang="en-IN" sz="1800" b="1" dirty="0"/>
              <a:t>Backend</a:t>
            </a:r>
          </a:p>
          <a:p>
            <a:r>
              <a:rPr lang="en-IN" sz="1800" dirty="0"/>
              <a:t>Node.js – Runtime </a:t>
            </a:r>
            <a:r>
              <a:rPr lang="en-IN" sz="1800" dirty="0" err="1"/>
              <a:t>Enviroment</a:t>
            </a:r>
            <a:endParaRPr lang="en-IN" sz="1800" dirty="0"/>
          </a:p>
          <a:p>
            <a:r>
              <a:rPr lang="en-IN" sz="1800" dirty="0"/>
              <a:t>Express.js </a:t>
            </a:r>
          </a:p>
          <a:p>
            <a:r>
              <a:rPr lang="en-IN" sz="1800" b="1" dirty="0"/>
              <a:t>Database</a:t>
            </a:r>
          </a:p>
          <a:p>
            <a:r>
              <a:rPr lang="en-IN" sz="1800" dirty="0"/>
              <a:t>MongoDB</a:t>
            </a:r>
          </a:p>
          <a:p>
            <a:r>
              <a:rPr lang="en-IN" sz="1800" b="1" dirty="0"/>
              <a:t>Additional Tools</a:t>
            </a:r>
          </a:p>
          <a:p>
            <a:r>
              <a:rPr lang="en-IN" sz="1800" dirty="0"/>
              <a:t>Socket.IO </a:t>
            </a:r>
          </a:p>
          <a:p>
            <a:r>
              <a:rPr lang="en-IN" sz="1800" dirty="0"/>
              <a:t>Thunder Client – API Testing</a:t>
            </a:r>
          </a:p>
          <a:p>
            <a:r>
              <a:rPr lang="en-IN" sz="1800" dirty="0"/>
              <a:t>Git &amp; GitHub</a:t>
            </a:r>
          </a:p>
          <a:p>
            <a:r>
              <a:rPr lang="en-IN" sz="1800" dirty="0"/>
              <a:t>JWT</a:t>
            </a:r>
          </a:p>
          <a:p>
            <a:r>
              <a:rPr lang="en-IN" sz="1800" dirty="0" err="1"/>
              <a:t>Cloudinary</a:t>
            </a:r>
            <a:endParaRPr lang="en-IN" sz="1800" dirty="0"/>
          </a:p>
          <a:p>
            <a:pPr marL="0" indent="0" algn="l">
              <a:buNone/>
            </a:pPr>
            <a:endParaRPr lang="en-IN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04496"/>
          </a:xfrm>
        </p:spPr>
        <p:txBody>
          <a:bodyPr>
            <a:noAutofit/>
          </a:bodyPr>
          <a:lstStyle/>
          <a:p>
            <a:r>
              <a:rPr dirty="0"/>
              <a:t>Three Tier 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552112-B5CB-DDE4-743D-2959C107C942}"/>
              </a:ext>
            </a:extLst>
          </p:cNvPr>
          <p:cNvSpPr/>
          <p:nvPr/>
        </p:nvSpPr>
        <p:spPr>
          <a:xfrm>
            <a:off x="656897" y="2157358"/>
            <a:ext cx="2017986" cy="7777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Frontend Layer  (React.js)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B8D4BB6-DDC5-61F2-5423-5582EBF98024}"/>
              </a:ext>
            </a:extLst>
          </p:cNvPr>
          <p:cNvCxnSpPr>
            <a:cxnSpLocks/>
          </p:cNvCxnSpPr>
          <p:nvPr/>
        </p:nvCxnSpPr>
        <p:spPr>
          <a:xfrm>
            <a:off x="1665890" y="2935124"/>
            <a:ext cx="0" cy="796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499EBC4-F6DF-8DEE-3C68-42FF9CD80E63}"/>
              </a:ext>
            </a:extLst>
          </p:cNvPr>
          <p:cNvSpPr/>
          <p:nvPr/>
        </p:nvSpPr>
        <p:spPr>
          <a:xfrm>
            <a:off x="1933903" y="3163668"/>
            <a:ext cx="2259720" cy="33895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HTTP / Socket.IO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8A8B5E-90C0-6635-9C5D-676FFF125A1A}"/>
              </a:ext>
            </a:extLst>
          </p:cNvPr>
          <p:cNvSpPr/>
          <p:nvPr/>
        </p:nvSpPr>
        <p:spPr>
          <a:xfrm flipH="1">
            <a:off x="656897" y="3744201"/>
            <a:ext cx="2017979" cy="9223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Backend Layer </a:t>
            </a:r>
            <a:b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Node.js + Express </a:t>
            </a:r>
            <a:b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Socket.IO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25184A5-A44C-43DB-D294-857F821B0981}"/>
              </a:ext>
            </a:extLst>
          </p:cNvPr>
          <p:cNvCxnSpPr>
            <a:cxnSpLocks/>
          </p:cNvCxnSpPr>
          <p:nvPr/>
        </p:nvCxnSpPr>
        <p:spPr>
          <a:xfrm>
            <a:off x="1665886" y="4644314"/>
            <a:ext cx="0" cy="7960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0886177-03B7-30DE-A135-B73F79F4F03C}"/>
              </a:ext>
            </a:extLst>
          </p:cNvPr>
          <p:cNvSpPr/>
          <p:nvPr/>
        </p:nvSpPr>
        <p:spPr>
          <a:xfrm>
            <a:off x="656890" y="5440362"/>
            <a:ext cx="2017986" cy="7777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Database Layer 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MongoDB 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E9E8E6DA-D719-09F6-5430-F1919FDDE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763" y="4580673"/>
            <a:ext cx="574915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Presentation Layer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React.js Frontend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Layer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Node.js, Express.js, Socket.IO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Layer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MongoDB Database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2F5E-9BBC-5C2A-B523-9DB78E68B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B37DED8-8453-AB63-9623-3ABD0219C280}"/>
              </a:ext>
            </a:extLst>
          </p:cNvPr>
          <p:cNvSpPr txBox="1">
            <a:spLocks/>
          </p:cNvSpPr>
          <p:nvPr/>
        </p:nvSpPr>
        <p:spPr>
          <a:xfrm>
            <a:off x="457200" y="1348812"/>
            <a:ext cx="8229600" cy="5044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Frontend Layer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8019F4-C44C-11B4-658D-9456628C59F3}"/>
              </a:ext>
            </a:extLst>
          </p:cNvPr>
          <p:cNvSpPr txBox="1"/>
          <p:nvPr/>
        </p:nvSpPr>
        <p:spPr>
          <a:xfrm>
            <a:off x="791497" y="2063152"/>
            <a:ext cx="7703574" cy="433965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algn="just"/>
            <a:r>
              <a:rPr lang="en-IN" sz="2400" i="1" u="sng" dirty="0"/>
              <a:t>Technologies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React.js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HTML5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CSS3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JavaScript </a:t>
            </a:r>
          </a:p>
          <a:p>
            <a:pPr algn="just"/>
            <a:r>
              <a:rPr lang="en-IN" sz="2400" i="1" u="sng" dirty="0"/>
              <a:t>Responsibilities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User Registration &amp; Login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Display Chat Interface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Send Messages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Receive Real-Time Messages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Show Online Users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Manage User Sessions </a:t>
            </a:r>
          </a:p>
          <a:p>
            <a:pPr algn="just">
              <a:buNone/>
            </a:pPr>
            <a:endParaRPr lang="en-IN" sz="2400" i="1" u="sng" dirty="0"/>
          </a:p>
          <a:p>
            <a:pPr algn="just">
              <a:buNone/>
            </a:pPr>
            <a:endParaRPr lang="en-IN" sz="2400" i="1" u="sng" dirty="0"/>
          </a:p>
          <a:p>
            <a:pPr algn="just">
              <a:buNone/>
            </a:pPr>
            <a:r>
              <a:rPr lang="en-IN" sz="2400" i="1" u="sng" dirty="0"/>
              <a:t>Features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dirty="0"/>
              <a:t>Responsive UI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dirty="0"/>
              <a:t>Real-time message updates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dirty="0"/>
              <a:t>User profile management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dirty="0"/>
              <a:t>Chat list and conversation window</a:t>
            </a:r>
          </a:p>
        </p:txBody>
      </p:sp>
    </p:spTree>
    <p:extLst>
      <p:ext uri="{BB962C8B-B14F-4D97-AF65-F5344CB8AC3E}">
        <p14:creationId xmlns:p14="http://schemas.microsoft.com/office/powerpoint/2010/main" val="3634560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0AD7-C405-983A-5623-126FCA2AD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8A4A7-2832-B763-903A-2DDF7EC0B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8595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Backend Layer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3754D6-2110-F792-868A-62B2FCCC70CA}"/>
              </a:ext>
            </a:extLst>
          </p:cNvPr>
          <p:cNvSpPr txBox="1"/>
          <p:nvPr/>
        </p:nvSpPr>
        <p:spPr>
          <a:xfrm>
            <a:off x="791116" y="2101913"/>
            <a:ext cx="7487643" cy="590931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IN" sz="2400" i="1" u="sng" dirty="0"/>
              <a:t>Technologies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Node.js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Express.js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Socket.IO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JWT Authentication </a:t>
            </a:r>
          </a:p>
          <a:p>
            <a:pPr>
              <a:buNone/>
            </a:pPr>
            <a:r>
              <a:rPr lang="en-IN" sz="2400" i="1" u="sng" dirty="0"/>
              <a:t>Responsibilities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User Authentication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API Management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Message Processing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Real-Time Communication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Database Operations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pPr>
              <a:buNone/>
            </a:pPr>
            <a:r>
              <a:rPr lang="en-IN" sz="2400" i="1" u="sng" dirty="0"/>
              <a:t>Main Modules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Authentication Module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User Management Module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Chat Management Module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Message Handling Module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Socket.IO Server </a:t>
            </a:r>
            <a:endParaRPr lang="en-IN" sz="2400" i="1" u="sng" dirty="0"/>
          </a:p>
          <a:p>
            <a:pPr>
              <a:buNone/>
            </a:pPr>
            <a:r>
              <a:rPr lang="en-IN" sz="2400" i="1" u="sng" dirty="0"/>
              <a:t>Working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Receives requests from React frontend.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Validates users.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Stores messages in MongoDB.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Broadcasts messages instantly using Socket.IO. </a:t>
            </a:r>
          </a:p>
        </p:txBody>
      </p:sp>
    </p:spTree>
    <p:extLst>
      <p:ext uri="{BB962C8B-B14F-4D97-AF65-F5344CB8AC3E}">
        <p14:creationId xmlns:p14="http://schemas.microsoft.com/office/powerpoint/2010/main" val="495274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React JS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FDCBE8-7D3B-7ED0-B6A4-FE3E4736BE47}"/>
              </a:ext>
            </a:extLst>
          </p:cNvPr>
          <p:cNvSpPr txBox="1"/>
          <p:nvPr/>
        </p:nvSpPr>
        <p:spPr>
          <a:xfrm>
            <a:off x="688259" y="1536174"/>
            <a:ext cx="776748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React.js</a:t>
            </a:r>
            <a:r>
              <a:rPr lang="en-US" sz="2000" dirty="0"/>
              <a:t> is the </a:t>
            </a:r>
            <a:r>
              <a:rPr lang="en-US" sz="2000" b="1" dirty="0"/>
              <a:t>frontend library</a:t>
            </a:r>
            <a:r>
              <a:rPr lang="en-US" sz="2000" dirty="0"/>
              <a:t> used to build the user interface (UI) of the chat application.</a:t>
            </a:r>
          </a:p>
          <a:p>
            <a:pPr algn="just"/>
            <a:endParaRPr lang="en-US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b="1" dirty="0"/>
              <a:t>Functions in the Chat Application</a:t>
            </a:r>
          </a:p>
          <a:p>
            <a:pPr algn="just"/>
            <a:endParaRPr lang="en-US" sz="20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Creates an interactive and responsive user interface.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Displays chat messages in real time.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Manages application state (users, chats, messages).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Handles user interactions such as login, signup, and sending messages.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Updates only the changed parts of the page without reloading.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Communicates with the backend APIs and Socket.IO server.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Node.js and Express.js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BB221A-2074-2B00-91D3-1594A25605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8" r="2796"/>
          <a:stretch>
            <a:fillRect/>
          </a:stretch>
        </p:blipFill>
        <p:spPr>
          <a:xfrm>
            <a:off x="353961" y="1566859"/>
            <a:ext cx="8436078" cy="44627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E46109-9211-A12B-0F6C-2E7E5107A793}"/>
              </a:ext>
            </a:extLst>
          </p:cNvPr>
          <p:cNvSpPr txBox="1"/>
          <p:nvPr/>
        </p:nvSpPr>
        <p:spPr>
          <a:xfrm>
            <a:off x="3321786" y="6178852"/>
            <a:ext cx="25004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EXPRESS.JS – CHATIFY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38F45-8785-82C8-EBFB-897876167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Node.js and Express.js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02256-440F-561F-58CE-1CC67B2B8992}"/>
              </a:ext>
            </a:extLst>
          </p:cNvPr>
          <p:cNvSpPr txBox="1"/>
          <p:nvPr/>
        </p:nvSpPr>
        <p:spPr>
          <a:xfrm>
            <a:off x="3429000" y="6126163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NODE.JS – CHATIFY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426B9A-04D3-D795-CAB8-43386D47C7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0" r="2904"/>
          <a:stretch>
            <a:fillRect/>
          </a:stretch>
        </p:blipFill>
        <p:spPr>
          <a:xfrm>
            <a:off x="399776" y="1555554"/>
            <a:ext cx="8344448" cy="443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946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7513" y="6179010"/>
            <a:ext cx="5408971" cy="37608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2000" b="1" dirty="0"/>
              <a:t>STORES USER AND APPLICATION DATA - CHATIFY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6C48F2-7681-DF83-762E-BAB493802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22" y="1615770"/>
            <a:ext cx="8344555" cy="44396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A4FD4-F529-7EC4-3708-B279A9D18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MongoDB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D0875-A930-B05E-523F-55E3CD019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3813" y="6226943"/>
            <a:ext cx="3436374" cy="3564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STORES CHAT DATA - CHATIFY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D25B2E-6B07-0471-EB9F-0BA5F5CE83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3" r="2903"/>
          <a:stretch>
            <a:fillRect/>
          </a:stretch>
        </p:blipFill>
        <p:spPr>
          <a:xfrm>
            <a:off x="381000" y="1577669"/>
            <a:ext cx="8382000" cy="44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8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B763F-37DA-A4FC-0C7C-80B57B25D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MongoDB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8D8CC-6C8F-5FD9-2444-A07E5417F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6728" y="6226943"/>
            <a:ext cx="4950542" cy="3564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STORES APPLICATION DATA (USER) - CHATIFY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A489DD-CC81-0B40-1E5F-C1606D78F8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3" r="2796"/>
          <a:stretch>
            <a:fillRect/>
          </a:stretch>
        </p:blipFill>
        <p:spPr>
          <a:xfrm>
            <a:off x="361335" y="1589726"/>
            <a:ext cx="8421329" cy="446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896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API Testing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A06A8CC-EE26-4041-3A3A-BF5890502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332" y="1417638"/>
            <a:ext cx="7451335" cy="372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Thunder Client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VS Code extension used for API testing.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test backend endpoints before frontend integration.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Retrieve data from the server.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Send new data to the server.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Update existing data.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Remove data from the database.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Verifies API responses, status codes, and data accuracy.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identify and fix backend errors efficiently.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B8144A-FF14-26BE-88AD-10816FD52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174" y="1564675"/>
            <a:ext cx="6455613" cy="372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messaging without page refresh.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user authentication and authorization.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and user-friendly interface.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performance using React.js.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data storage with MongoDB.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multiple users simultaneously.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and easy to maintain.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Demonstrates complete MERN Stack development.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ECBC415-C431-72AF-9E84-F71A5EC72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057" y="1417638"/>
            <a:ext cx="4618572" cy="4651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 and video calling.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 chat functionality.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and media sharing.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message encryption.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 receipts and typing indicators.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chatbot integration.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 development.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Multi-language support.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 notifications.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deployment for scalability.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F4664-670E-634B-BFF0-7664DDED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3B127D-EA84-D945-A0E1-42D2E2367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261" y="1423885"/>
            <a:ext cx="5159477" cy="515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69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419" y="1600200"/>
            <a:ext cx="767899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The </a:t>
            </a:r>
            <a:r>
              <a:rPr lang="en-US" sz="2000" b="1" dirty="0"/>
              <a:t>Real-Time Chat Application Using MERN Stack</a:t>
            </a:r>
            <a:r>
              <a:rPr lang="en-US" sz="2000" dirty="0"/>
              <a:t> successfully provides a secure, efficient, and user-friendly platform for instant communication. By integrating </a:t>
            </a:r>
            <a:r>
              <a:rPr lang="en-US" sz="2000" b="1" dirty="0"/>
              <a:t>MongoDB, Express.js, React.js, Node.js, and Socket.IO</a:t>
            </a:r>
            <a:r>
              <a:rPr lang="en-US" sz="2000" dirty="0"/>
              <a:t>, the application enables real-time messaging, user authentication, and reliable data management. The project demonstrates the practical implementation of modern full-stack web development technologies while ensuring scalability, responsiveness, and a seamless user experience. Overall, it serves as an effective solution for real-time communication and provides a strong foundation for future enhancements such as voice/video calling, group chats, and advanced security features.</a:t>
            </a:r>
            <a:endParaRPr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9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b="1" dirty="0"/>
          </a:p>
          <a:p>
            <a:pPr marL="0" indent="0" algn="ctr">
              <a:buNone/>
            </a:pPr>
            <a:endParaRPr lang="en-US" sz="4400" b="1" dirty="0"/>
          </a:p>
          <a:p>
            <a:pPr marL="0" indent="0" algn="ctr">
              <a:buNone/>
            </a:pPr>
            <a:r>
              <a:rPr lang="en-US" sz="4400" b="1" dirty="0"/>
              <a:t>Thank You</a:t>
            </a:r>
            <a:endParaRPr sz="44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6826</TotalTime>
  <Words>780</Words>
  <Application>Microsoft Office PowerPoint</Application>
  <PresentationFormat>On-screen Show (4:3)</PresentationFormat>
  <Paragraphs>160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Wingdings</vt:lpstr>
      <vt:lpstr>Office Theme</vt:lpstr>
      <vt:lpstr>CHATIFY Using MERN Stack</vt:lpstr>
      <vt:lpstr>Introduction</vt:lpstr>
      <vt:lpstr>Problem Statement</vt:lpstr>
      <vt:lpstr>Project Objectives</vt:lpstr>
      <vt:lpstr>Project Objectives</vt:lpstr>
      <vt:lpstr>Project Objectives</vt:lpstr>
      <vt:lpstr>Project Objectives</vt:lpstr>
      <vt:lpstr>Technologies Used</vt:lpstr>
      <vt:lpstr>System Architecture</vt:lpstr>
      <vt:lpstr>System Architecture</vt:lpstr>
      <vt:lpstr>System Architecture</vt:lpstr>
      <vt:lpstr>React JS</vt:lpstr>
      <vt:lpstr>Node.js and Express.js</vt:lpstr>
      <vt:lpstr>Node.js and Express.js</vt:lpstr>
      <vt:lpstr>MongoDB</vt:lpstr>
      <vt:lpstr>MongoDB</vt:lpstr>
      <vt:lpstr>MongoDB</vt:lpstr>
      <vt:lpstr>API Testing</vt:lpstr>
      <vt:lpstr>Advantages</vt:lpstr>
      <vt:lpstr>Future Scope</vt:lpstr>
      <vt:lpstr>Future Scope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YOURPROJECTNAME Using MERN Stack</dc:title>
  <dc:subject/>
  <dc:creator>Jainish</dc:creator>
  <cp:keywords/>
  <dc:description>generated using python-pptx</dc:description>
  <cp:lastModifiedBy>Jainish Nakrani</cp:lastModifiedBy>
  <cp:revision>5</cp:revision>
  <dcterms:created xsi:type="dcterms:W3CDTF">2013-01-27T09:14:16Z</dcterms:created>
  <dcterms:modified xsi:type="dcterms:W3CDTF">2026-06-12T10:56:16Z</dcterms:modified>
  <cp:category/>
</cp:coreProperties>
</file>